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76" r:id="rId4"/>
    <p:sldId id="258" r:id="rId5"/>
    <p:sldId id="259" r:id="rId6"/>
    <p:sldId id="27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9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1173" y="1417320"/>
            <a:ext cx="6599179" cy="21852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232A"/>
                </a:solidFill>
              </a:defRPr>
            </a:pPr>
            <a:r>
              <a:rPr lang="en-IN" dirty="0"/>
              <a:t>Working with LLMs</a:t>
            </a:r>
          </a:p>
          <a:p>
            <a:pPr algn="ctr">
              <a:defRPr sz="4000" b="1">
                <a:solidFill>
                  <a:srgbClr val="1E232A"/>
                </a:solidFill>
              </a:defRPr>
            </a:pPr>
            <a:endParaRPr lang="en-IN" dirty="0"/>
          </a:p>
          <a:p>
            <a:pPr algn="ctr">
              <a:defRPr sz="4000" b="1">
                <a:solidFill>
                  <a:srgbClr val="1E232A"/>
                </a:solidFill>
              </a:defRPr>
            </a:pPr>
            <a:r>
              <a:rPr lang="en-IN" sz="2800" dirty="0"/>
              <a:t>Atul Kahate</a:t>
            </a:r>
          </a:p>
          <a:p>
            <a:pPr algn="ctr">
              <a:defRPr sz="4000" b="1">
                <a:solidFill>
                  <a:srgbClr val="1E232A"/>
                </a:solidFill>
              </a:defRPr>
            </a:pPr>
            <a:r>
              <a:rPr lang="en-IN" sz="2800" dirty="0"/>
              <a:t>(https://www.linkedin.com/in/atulkahate)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423160" y="3749039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Basic LLM calls → multimodal → local LLM → document Q&amp;A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Translation → code generation → sampling parameters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Tool calling → cost and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DD5827-3BB0-0473-5AA5-95A3D3207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3" y="942319"/>
            <a:ext cx="11895353" cy="475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7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DE191-7AE7-AF28-B58F-FF62C010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Setup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197F-C3FA-DFDC-8775-ED3117C8D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Python (3.10 or above)</a:t>
            </a:r>
          </a:p>
          <a:p>
            <a:r>
              <a:rPr lang="en-IN" dirty="0"/>
              <a:t>Virtual environment creation</a:t>
            </a:r>
          </a:p>
          <a:p>
            <a:pPr lvl="1"/>
            <a:r>
              <a:rPr lang="en-IN" dirty="0" err="1"/>
              <a:t>mkdir</a:t>
            </a:r>
            <a:r>
              <a:rPr lang="en-IN" dirty="0"/>
              <a:t> </a:t>
            </a:r>
            <a:r>
              <a:rPr lang="en-IN" dirty="0" err="1"/>
              <a:t>llm</a:t>
            </a:r>
            <a:r>
              <a:rPr lang="en-IN" dirty="0"/>
              <a:t>-demos</a:t>
            </a:r>
          </a:p>
          <a:p>
            <a:pPr lvl="1"/>
            <a:r>
              <a:rPr lang="en-IN" dirty="0"/>
              <a:t>cd </a:t>
            </a:r>
            <a:r>
              <a:rPr lang="en-IN" dirty="0" err="1"/>
              <a:t>llm</a:t>
            </a:r>
            <a:r>
              <a:rPr lang="en-IN" dirty="0"/>
              <a:t>-demos</a:t>
            </a:r>
          </a:p>
          <a:p>
            <a:pPr lvl="1"/>
            <a:r>
              <a:rPr lang="en-IN" dirty="0"/>
              <a:t>.\</a:t>
            </a:r>
            <a:r>
              <a:rPr lang="en-IN" dirty="0" err="1"/>
              <a:t>venv</a:t>
            </a:r>
            <a:r>
              <a:rPr lang="en-IN" dirty="0"/>
              <a:t>\Scripts\Activate.ps1</a:t>
            </a:r>
          </a:p>
          <a:p>
            <a:r>
              <a:rPr lang="en-IN" dirty="0"/>
              <a:t>API keys (OpenAI, Anthropic, Gemini)</a:t>
            </a:r>
          </a:p>
          <a:p>
            <a:pPr lvl="1"/>
            <a:r>
              <a:rPr lang="en-IN" dirty="0"/>
              <a:t>Respective websites</a:t>
            </a:r>
          </a:p>
          <a:p>
            <a:r>
              <a:rPr lang="en-IN" dirty="0"/>
              <a:t>Creation of .env file</a:t>
            </a:r>
          </a:p>
          <a:p>
            <a:r>
              <a:rPr lang="en-IN" dirty="0" err="1"/>
              <a:t>Ollama</a:t>
            </a:r>
            <a:r>
              <a:rPr lang="en-IN" dirty="0"/>
              <a:t> download (https://ollama.com/download)</a:t>
            </a:r>
          </a:p>
          <a:p>
            <a:r>
              <a:rPr lang="en-IN" dirty="0"/>
              <a:t>Models download in </a:t>
            </a:r>
            <a:r>
              <a:rPr lang="en-IN" dirty="0" err="1"/>
              <a:t>Ollama</a:t>
            </a:r>
            <a:endParaRPr lang="en-IN" dirty="0"/>
          </a:p>
          <a:p>
            <a:pPr lvl="1"/>
            <a:r>
              <a:rPr lang="en-IN" dirty="0" err="1"/>
              <a:t>ollama</a:t>
            </a:r>
            <a:r>
              <a:rPr lang="en-IN" dirty="0"/>
              <a:t> pull llama3.2:latest</a:t>
            </a:r>
          </a:p>
          <a:p>
            <a:pPr lvl="1"/>
            <a:r>
              <a:rPr lang="en-IN" dirty="0" err="1"/>
              <a:t>ollama</a:t>
            </a:r>
            <a:r>
              <a:rPr lang="en-IN" dirty="0"/>
              <a:t> pull qwen3:8b</a:t>
            </a:r>
          </a:p>
          <a:p>
            <a:r>
              <a:rPr lang="en-IN" dirty="0"/>
              <a:t>Installing packages in virtual environment</a:t>
            </a:r>
          </a:p>
          <a:p>
            <a:pPr lvl="1"/>
            <a:r>
              <a:rPr lang="en-US" dirty="0"/>
              <a:t>pip install -r requirements.txt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893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Common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Each supplied script includes its own setup instructions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577840" cy="438912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1500">
                <a:solidFill>
                  <a:srgbClr val="1E232A"/>
                </a:solidFill>
                <a:latin typeface="Consolas"/>
              </a:defRPr>
            </a:pPr>
            <a:r>
              <a:t># Cloud examples</a:t>
            </a:r>
            <a:br/>
            <a:r>
              <a:t>pip install openai anthropic google-generativeai python-dotenv</a:t>
            </a:r>
            <a:br/>
            <a:br/>
            <a:r>
              <a:t># Multimodal</a:t>
            </a:r>
            <a:br/>
            <a:r>
              <a:t>pip install pillow</a:t>
            </a:r>
            <a:br/>
            <a:br/>
            <a:r>
              <a:t># Local examples</a:t>
            </a:r>
            <a:br/>
            <a:r>
              <a:t>pip install ollama</a:t>
            </a:r>
            <a:br/>
            <a:br/>
            <a:r>
              <a:t># Ollama</a:t>
            </a:r>
            <a:br/>
            <a:r>
              <a:t>ollama pull llama3</a:t>
            </a:r>
            <a:br/>
            <a:r>
              <a:t>ollama pull qwen2.5</a:t>
            </a:r>
            <a:br/>
            <a:br/>
            <a:r>
              <a:t># .env</a:t>
            </a:r>
            <a:br/>
            <a:r>
              <a:t>OPENAI_API_KEY=...</a:t>
            </a:r>
            <a:br/>
            <a:r>
              <a:t>ANTHROPIC_API_KEY=...</a:t>
            </a:r>
            <a:br/>
            <a:r>
              <a:t>GOOGLE_API_KEY=...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0840" y="155448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Keep API keys in .env — never put them directly in source code.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Ollama examples run against a local model.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supplied code uses the model names shown in each script.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For a live class, test every model/API call beforehand.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1. Basic example using OpenAI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One prompt → one OpenAI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Create an OpenAI client.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Choose gpt-4o-mini.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Send system + user messages.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Print the response and token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1050">
                <a:solidFill>
                  <a:srgbClr val="1E232A"/>
                </a:solidFill>
                <a:latin typeface="Consolas"/>
              </a:defRPr>
            </a:pPr>
            <a:r>
              <a:t>import os</a:t>
            </a:r>
            <a:br/>
            <a:r>
              <a:t>from dotenv import load_dotenv</a:t>
            </a:r>
            <a:br/>
            <a:r>
              <a:t>from openai import OpenAI</a:t>
            </a:r>
            <a:br/>
            <a:br/>
            <a:r>
              <a:t>load_dotenv()</a:t>
            </a:r>
            <a:br/>
            <a:br/>
            <a:r>
              <a:t>MODEL = "gpt-4o-mini"</a:t>
            </a:r>
            <a:br/>
            <a:br/>
            <a:br/>
            <a:r>
              <a:t>def main():</a:t>
            </a:r>
            <a:br/>
            <a:r>
              <a:t>    client = OpenAI(api_key=os.getenv("OPENAI_API_KEY"))</a:t>
            </a:r>
            <a:br/>
            <a:br/>
            <a:r>
              <a:t>    response = client.chat.completions.create(</a:t>
            </a:r>
            <a:br/>
            <a:r>
              <a:t>        model=MODEL,</a:t>
            </a:r>
            <a:br/>
            <a:r>
              <a:t>        messages=[</a:t>
            </a:r>
            <a:br/>
            <a:r>
              <a:t>            {"role": "system", "content": "You are a concise, helpful assistant."},</a:t>
            </a:r>
            <a:br/>
            <a:r>
              <a:t>            {"role": "user", "content": "In two sentences, explain what a large language model is."},</a:t>
            </a:r>
            <a:br/>
            <a:r>
              <a:t>        ],</a:t>
            </a:r>
            <a:br/>
            <a:r>
              <a:t>        temperature=0.7,</a:t>
            </a:r>
            <a:br/>
            <a:r>
              <a:t>        max_tokens=200,</a:t>
            </a:r>
            <a:br/>
            <a:r>
              <a:t>    )</a:t>
            </a:r>
            <a:br/>
            <a:br/>
            <a:r>
              <a:t>    print(f"Model: {MODEL}")</a:t>
            </a:r>
            <a:br/>
            <a:r>
              <a:t>    print("Response:")</a:t>
            </a:r>
            <a:br/>
            <a:r>
              <a:t>    print(response.choices[0].message.content)</a:t>
            </a:r>
            <a:br/>
            <a:r>
              <a:t>    print("\nToken usage:", response.usage)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38626-1524-511A-EBA8-1925DC9F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96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2. Basic example using Anthropic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One prompt → one Claude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Create an Anthropic client.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Choose the model in MODEL.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Use the Messages API.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Print response text and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1050">
                <a:solidFill>
                  <a:srgbClr val="1E232A"/>
                </a:solidFill>
                <a:latin typeface="Consolas"/>
              </a:defRPr>
            </a:pPr>
            <a:r>
              <a:t>import os</a:t>
            </a:r>
            <a:br/>
            <a:r>
              <a:t>from dotenv import load_dotenv</a:t>
            </a:r>
            <a:br/>
            <a:r>
              <a:t>import anthropic</a:t>
            </a:r>
            <a:br/>
            <a:br/>
            <a:r>
              <a:t>load_dotenv()</a:t>
            </a:r>
            <a:br/>
            <a:br/>
            <a:r>
              <a:t># claude-opus-5 is Anthropic's current flagship model. For high-volume or</a:t>
            </a:r>
            <a:br/>
            <a:r>
              <a:t># latency-sensitive workloads, claude-sonnet-5 or claude-haiku-4-5 are cheaper</a:t>
            </a:r>
            <a:br/>
            <a:r>
              <a:t># alternatives - see 12_cost_latency_calculator_openai.py for how to reason</a:t>
            </a:r>
            <a:br/>
            <a:r>
              <a:t># about that tradeoff.</a:t>
            </a:r>
            <a:br/>
            <a:r>
              <a:t>MODEL = "claude-opus-5"</a:t>
            </a:r>
            <a:br/>
            <a:br/>
            <a:br/>
            <a:r>
              <a:t>def main():</a:t>
            </a:r>
            <a:br/>
            <a:r>
              <a:t>    client = anthropic.Anthropic(api_key=os.getenv("ANTHROPIC_API_KEY"))</a:t>
            </a:r>
            <a:br/>
            <a:br/>
            <a:r>
              <a:t>    response = client.messages.create(</a:t>
            </a:r>
            <a:br/>
            <a:r>
              <a:t>        model=MODEL,</a:t>
            </a:r>
            <a:br/>
            <a:r>
              <a:t>        max_tokens=1024,</a:t>
            </a:r>
            <a:br/>
            <a:r>
              <a:t>        system="You are a concise, helpful assistant.",</a:t>
            </a:r>
            <a:br/>
            <a:r>
              <a:t>        messages=[</a:t>
            </a:r>
            <a:br/>
            <a:r>
              <a:t>            {"role": "user", "content": "In two sentences, explain what a large language model is."}</a:t>
            </a:r>
            <a:br/>
            <a:r>
              <a:t>        ],</a:t>
            </a:r>
            <a:br/>
            <a:r>
              <a:t>    )</a:t>
            </a:r>
            <a:br/>
            <a:br/>
            <a:r>
              <a:t>    text = "".join(block.text for block in response.content if block.type == "text")</a:t>
            </a:r>
            <a:br/>
            <a:br/>
            <a:r>
              <a:t>    print(f"Model: {MODEL}")</a:t>
            </a:r>
            <a:br/>
            <a:r>
              <a:t>    print("Response:")</a:t>
            </a:r>
            <a:br/>
            <a:r>
              <a:t>    print(text)</a:t>
            </a:r>
            <a:br/>
            <a:r>
              <a:t>    print("\nToken usage:", response.usage)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3. Basic example using Gemini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One prompt → one Gemini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Configure the Google API key.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Create a GenerativeModel.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Call generate_content().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Print response text and usage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1050">
                <a:solidFill>
                  <a:srgbClr val="1E232A"/>
                </a:solidFill>
                <a:latin typeface="Consolas"/>
              </a:defRPr>
            </a:pPr>
            <a:r>
              <a:t>import os</a:t>
            </a:r>
            <a:br/>
            <a:r>
              <a:t>from dotenv import load_dotenv</a:t>
            </a:r>
            <a:br/>
            <a:r>
              <a:t>import google.generativeai as genai</a:t>
            </a:r>
            <a:br/>
            <a:br/>
            <a:r>
              <a:t>load_dotenv()</a:t>
            </a:r>
            <a:br/>
            <a:br/>
            <a:r>
              <a:t>MODEL = "gemini-2.5-flash"</a:t>
            </a:r>
            <a:br/>
            <a:br/>
            <a:br/>
            <a:r>
              <a:t>def main():</a:t>
            </a:r>
            <a:br/>
            <a:r>
              <a:t>    genai.configure(api_key=os.getenv("GOOGLE_API_KEY"))</a:t>
            </a:r>
            <a:br/>
            <a:r>
              <a:t>    model = genai.GenerativeModel(MODEL)</a:t>
            </a:r>
            <a:br/>
            <a:br/>
            <a:r>
              <a:t>    response = model.generate_content(</a:t>
            </a:r>
            <a:br/>
            <a:r>
              <a:t>        "In two sentences, explain what a large language model is."</a:t>
            </a:r>
            <a:br/>
            <a:r>
              <a:t>    )</a:t>
            </a:r>
            <a:br/>
            <a:br/>
            <a:r>
              <a:t>    print(f"Model: {MODEL}")</a:t>
            </a:r>
            <a:br/>
            <a:r>
              <a:t>    print("Response:")</a:t>
            </a:r>
            <a:br/>
            <a:r>
              <a:t>    print(response.text)</a:t>
            </a:r>
            <a:br/>
            <a:r>
              <a:t>    print("\nUsage metadata:", response.usage_metadata)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4. Multimodal example —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Text + image → model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script creates a small sample image if needed.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image is encoded as base64.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Text and image are sent together.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model identifies shapes and colors.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919">
                <a:solidFill>
                  <a:srgbClr val="1E232A"/>
                </a:solidFill>
                <a:latin typeface="Consolas"/>
              </a:defRPr>
            </a:pPr>
            <a:r>
              <a:t>import base64</a:t>
            </a:r>
            <a:br/>
            <a:r>
              <a:t>import os</a:t>
            </a:r>
            <a:br/>
            <a:r>
              <a:t>from pathlib import Path</a:t>
            </a:r>
            <a:br/>
            <a:br/>
            <a:r>
              <a:t>from dotenv import load_dotenv</a:t>
            </a:r>
            <a:br/>
            <a:r>
              <a:t>from openai import OpenAI</a:t>
            </a:r>
            <a:br/>
            <a:r>
              <a:t>from PIL import Image, ImageDraw</a:t>
            </a:r>
            <a:br/>
            <a:br/>
            <a:r>
              <a:t>load_dotenv()</a:t>
            </a:r>
            <a:br/>
            <a:br/>
            <a:r>
              <a:t>MODEL = "gpt-4o-mini"</a:t>
            </a:r>
            <a:br/>
            <a:r>
              <a:t>IMAGE_PATH = Path(__file__).parent / "assets" / "sample_image.png"</a:t>
            </a:r>
            <a:br/>
            <a:br/>
            <a:br/>
            <a:r>
              <a:t>def create_sample_image_if_missing():</a:t>
            </a:r>
            <a:br/>
            <a:r>
              <a:t>    if IMAGE_PATH.exists():</a:t>
            </a:r>
            <a:br/>
            <a:r>
              <a:t>        return</a:t>
            </a:r>
            <a:br/>
            <a:r>
              <a:t>    IMAGE_PATH.parent.mkdir(parents=True, exist_ok=True)</a:t>
            </a:r>
            <a:br/>
            <a:br/>
            <a:r>
              <a:t>    img = Image.new("RGB", (400, 300), color="white")</a:t>
            </a:r>
            <a:br/>
            <a:r>
              <a:t>    draw = ImageDraw.Draw(img)</a:t>
            </a:r>
            <a:br/>
            <a:r>
              <a:t>    draw.rectangle([40, 40, 180, 180], fill="steelblue", outline="black")</a:t>
            </a:r>
            <a:br/>
            <a:r>
              <a:t>    draw.ellipse([220, 60, 360, 200], fill="tomato", outline="black")</a:t>
            </a:r>
            <a:br/>
            <a:r>
              <a:t>    draw.text((100, 240), "Sample Multimodal Image", fill="black")</a:t>
            </a:r>
            <a:br/>
            <a:r>
              <a:t>    img.save(IMAGE_PATH)</a:t>
            </a:r>
            <a:br/>
            <a:br/>
            <a:br/>
            <a:r>
              <a:t>def encode_image(path: Path) -&gt; str:</a:t>
            </a:r>
            <a:br/>
            <a:r>
              <a:t>    with open(path, "rb") as f:</a:t>
            </a:r>
            <a:br/>
            <a:r>
              <a:t>        return base64.standard_b64encode(f.read()).decode("utf-8")</a:t>
            </a:r>
            <a:br/>
            <a:br/>
            <a:br/>
            <a:r>
              <a:t>def main():</a:t>
            </a:r>
            <a:br/>
            <a:r>
              <a:t>    create_sample_image_if_missing()</a:t>
            </a:r>
            <a:br/>
            <a:br/>
            <a:r>
              <a:t>    client = OpenAI(api_key=os.getenv("OPENAI_API_KEY"))</a:t>
            </a:r>
            <a:br/>
            <a:r>
              <a:t>    image_b64 = encode_image(IMAGE_PATH)</a:t>
            </a:r>
            <a:br/>
            <a:br/>
            <a:r>
              <a:t>    response = client.chat.completions.create(</a:t>
            </a:r>
            <a:br/>
            <a:r>
              <a:t>        model=MODEL,</a:t>
            </a:r>
            <a:br/>
            <a:r>
              <a:t>        messages=[</a:t>
            </a:r>
            <a:br/>
            <a:r>
              <a:t>            {</a:t>
            </a:r>
            <a:br/>
            <a:r>
              <a:t>                "role": "user",</a:t>
            </a:r>
            <a:br/>
            <a:r>
              <a:t>                "content": [</a:t>
            </a:r>
            <a:br/>
            <a:r>
              <a:t>                    {"type": "text", "text": "What shapes and colors do you see in this image?"},</a:t>
            </a:r>
            <a:br/>
            <a:r>
              <a:t>                    {</a:t>
            </a:r>
            <a:br/>
            <a:r>
              <a:t>                        "type": "image_url",</a:t>
            </a:r>
            <a:br/>
            <a:r>
              <a:t>                        "image_url": {"url": f"data:image/png;base64,{image_b64}"},</a:t>
            </a:r>
            <a:br/>
            <a:r>
              <a:t>                    },</a:t>
            </a:r>
            <a:br/>
            <a:r>
              <a:t>                ],</a:t>
            </a:r>
            <a:br/>
            <a:r>
              <a:t>            }</a:t>
            </a:r>
            <a:br/>
            <a:r>
              <a:t>        ],</a:t>
            </a:r>
            <a:br/>
            <a:r>
              <a:t>        max_tokens=300,</a:t>
            </a:r>
            <a:br/>
            <a:r>
              <a:t>    )</a:t>
            </a:r>
            <a:br/>
            <a:br/>
            <a:r>
              <a:t>    print(f"Model: {MODEL}")</a:t>
            </a:r>
            <a:br/>
            <a:r>
              <a:t>    print(f"Image: {IMAGE_PATH}")</a:t>
            </a:r>
            <a:br/>
            <a:r>
              <a:t>    print("Response:")</a:t>
            </a:r>
            <a:br/>
            <a:r>
              <a:t>    print(response.choices[0].message.content)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5. Basic example using Ollama / 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Run an LLM locally — no cloud API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Install Ollama.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Pull llama3.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Call ollama.chat().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Useful for local experimentation and privacy-sensitive demos.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1050">
                <a:solidFill>
                  <a:srgbClr val="1E232A"/>
                </a:solidFill>
                <a:latin typeface="Consolas"/>
              </a:defRPr>
            </a:pPr>
            <a:r>
              <a:t>import ollama</a:t>
            </a:r>
            <a:br/>
            <a:br/>
            <a:r>
              <a:t>MODEL = "llama3"</a:t>
            </a:r>
            <a:br/>
            <a:br/>
            <a:br/>
            <a:r>
              <a:t>def main():</a:t>
            </a:r>
            <a:br/>
            <a:r>
              <a:t>    response = ollama.chat(</a:t>
            </a:r>
            <a:br/>
            <a:r>
              <a:t>        model=MODEL,</a:t>
            </a:r>
            <a:br/>
            <a:r>
              <a:t>        messages=[</a:t>
            </a:r>
            <a:br/>
            <a:r>
              <a:t>            {"role": "system", "content": "You are a concise, helpful assistant."},</a:t>
            </a:r>
            <a:br/>
            <a:r>
              <a:t>            {"role": "user", "content": "In two sentences, explain what a large language model is."},</a:t>
            </a:r>
            <a:br/>
            <a:r>
              <a:t>        ],</a:t>
            </a:r>
            <a:br/>
            <a:r>
              <a:t>    )</a:t>
            </a:r>
            <a:br/>
            <a:br/>
            <a:r>
              <a:t>    print(f"Model: {MODEL}")</a:t>
            </a:r>
            <a:br/>
            <a:r>
              <a:t>    print("Response:")</a:t>
            </a:r>
            <a:br/>
            <a:r>
              <a:t>    print(response["message"]["content"])</a:t>
            </a:r>
            <a:br/>
            <a:r>
              <a:t>    print("\nEval count (output tokens, approx):", response.get("eval_count"))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6. Text summarization using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Document → short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Reads assets/sample_document.txt.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Uses a system instruction for 3–5 bullets.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Uses temperature=0.3.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Shows a useful real-world transformation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950">
                <a:solidFill>
                  <a:srgbClr val="1E232A"/>
                </a:solidFill>
                <a:latin typeface="Consolas"/>
              </a:defRPr>
            </a:pPr>
            <a:r>
              <a:t>import os</a:t>
            </a:r>
            <a:br/>
            <a:r>
              <a:t>from pathlib import Path</a:t>
            </a:r>
            <a:br/>
            <a:br/>
            <a:r>
              <a:t>from dotenv import load_dotenv</a:t>
            </a:r>
            <a:br/>
            <a:r>
              <a:t>from openai import OpenAI</a:t>
            </a:r>
            <a:br/>
            <a:br/>
            <a:r>
              <a:t>load_dotenv()</a:t>
            </a:r>
            <a:br/>
            <a:br/>
            <a:r>
              <a:t>MODEL = "gpt-4o-mini"</a:t>
            </a:r>
            <a:br/>
            <a:r>
              <a:t>DOCUMENT_PATH = Path(__file__).parent / "assets" / "sample_document.txt"</a:t>
            </a:r>
            <a:br/>
            <a:br/>
            <a:br/>
            <a:r>
              <a:t>def main():</a:t>
            </a:r>
            <a:br/>
            <a:r>
              <a:t>    client = OpenAI(api_key=os.getenv("OPENAI_API_KEY"))</a:t>
            </a:r>
            <a:br/>
            <a:r>
              <a:t>    document_text = DOCUMENT_PATH.read_text()</a:t>
            </a:r>
            <a:br/>
            <a:br/>
            <a:r>
              <a:t>    response = client.chat.completions.create(</a:t>
            </a:r>
            <a:br/>
            <a:r>
              <a:t>        model=MODEL,</a:t>
            </a:r>
            <a:br/>
            <a:r>
              <a:t>        messages=[</a:t>
            </a:r>
            <a:br/>
            <a:r>
              <a:t>            {</a:t>
            </a:r>
            <a:br/>
            <a:r>
              <a:t>                "role": "system",</a:t>
            </a:r>
            <a:br/>
            <a:r>
              <a:t>                "content": "You summarize documents into 3-5 concise bullet points.",</a:t>
            </a:r>
            <a:br/>
            <a:r>
              <a:t>            },</a:t>
            </a:r>
            <a:br/>
            <a:r>
              <a:t>            {"role": "user", "content": f"Summarize this document:\n\n{document_text}"},</a:t>
            </a:r>
            <a:br/>
            <a:r>
              <a:t>        ],</a:t>
            </a:r>
            <a:br/>
            <a:r>
              <a:t>        temperature=0.3,</a:t>
            </a:r>
            <a:br/>
            <a:r>
              <a:t>        max_tokens=300,</a:t>
            </a:r>
            <a:br/>
            <a:r>
              <a:t>    )</a:t>
            </a:r>
            <a:br/>
            <a:br/>
            <a:r>
              <a:t>    print(f"Model: {MODEL}")</a:t>
            </a:r>
            <a:br/>
            <a:r>
              <a:t>    print(f"Source document: {DOCUMENT_PATH.name} ({len(document_text)} chars)")</a:t>
            </a:r>
            <a:br/>
            <a:r>
              <a:t>    print("\nSummary:")</a:t>
            </a:r>
            <a:br/>
            <a:r>
              <a:t>    print(response.choices[0].message.content)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7. Q&amp;A using Ollama / Qwen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Document + question →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Loads the supplied sample document.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Asks three questions.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system instruction says: use ONLY the document.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Important: this is context stuffing, not full RAG.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Larger documents would need chunking + retrieval.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919">
                <a:solidFill>
                  <a:srgbClr val="1E232A"/>
                </a:solidFill>
                <a:latin typeface="Consolas"/>
              </a:defRPr>
            </a:pPr>
            <a:r>
              <a:t>from pathlib import Path</a:t>
            </a:r>
            <a:br/>
            <a:br/>
            <a:r>
              <a:t>import ollama</a:t>
            </a:r>
            <a:br/>
            <a:br/>
            <a:r>
              <a:t>MODEL = "qwen2.5"</a:t>
            </a:r>
            <a:br/>
            <a:r>
              <a:t>DOCUMENT_PATH = Path(__file__).parent / "assets" / "sample_document.txt"</a:t>
            </a:r>
            <a:br/>
            <a:br/>
            <a:r>
              <a:t>QUESTIONS = [</a:t>
            </a:r>
            <a:br/>
            <a:r>
              <a:t>    "Who leads Project Nimbus?",</a:t>
            </a:r>
            <a:br/>
            <a:r>
              <a:t>    "What is the total approved budget?",</a:t>
            </a:r>
            <a:br/>
            <a:r>
              <a:t>    "What happens in Phase 2 of the timeline?",</a:t>
            </a:r>
            <a:br/>
            <a:r>
              <a:t>]</a:t>
            </a:r>
            <a:br/>
            <a:br/>
            <a:br/>
            <a:r>
              <a:t>def ask(document_text: str, question: str) -&gt; str:</a:t>
            </a:r>
            <a:br/>
            <a:r>
              <a:t>    response = ollama.chat(</a:t>
            </a:r>
            <a:br/>
            <a:r>
              <a:t>        model=MODEL,</a:t>
            </a:r>
            <a:br/>
            <a:r>
              <a:t>        messages=[</a:t>
            </a:r>
            <a:br/>
            <a:r>
              <a:t>            {</a:t>
            </a:r>
            <a:br/>
            <a:r>
              <a:t>                "role": "system",</a:t>
            </a:r>
            <a:br/>
            <a:r>
              <a:t>                "content": (</a:t>
            </a:r>
            <a:br/>
            <a:r>
              <a:t>                    "Answer the user's question using ONLY the information in the "</a:t>
            </a:r>
            <a:br/>
            <a:r>
              <a:t>                    "provided document. If the answer isn't in the document, say so."</a:t>
            </a:r>
            <a:br/>
            <a:r>
              <a:t>                ),</a:t>
            </a:r>
            <a:br/>
            <a:r>
              <a:t>            },</a:t>
            </a:r>
            <a:br/>
            <a:r>
              <a:t>            {</a:t>
            </a:r>
            <a:br/>
            <a:r>
              <a:t>                "role": "user",</a:t>
            </a:r>
            <a:br/>
            <a:r>
              <a:t>                "content": f"Document:\n{document_text}\n\nQuestion: {question}",</a:t>
            </a:r>
            <a:br/>
            <a:r>
              <a:t>            },</a:t>
            </a:r>
            <a:br/>
            <a:r>
              <a:t>        ],</a:t>
            </a:r>
            <a:br/>
            <a:r>
              <a:t>    )</a:t>
            </a:r>
            <a:br/>
            <a:r>
              <a:t>    return response["message"]["content"]</a:t>
            </a:r>
            <a:br/>
            <a:br/>
            <a:br/>
            <a:r>
              <a:t>def main():</a:t>
            </a:r>
            <a:br/>
            <a:r>
              <a:t>    document_text = DOCUMENT_PATH.read_text()</a:t>
            </a:r>
            <a:br/>
            <a:r>
              <a:t>    print(f"Model: {MODEL}")</a:t>
            </a:r>
            <a:br/>
            <a:r>
              <a:t>    print(f"Source document: {DOCUMENT_PATH.name}\n")</a:t>
            </a:r>
            <a:br/>
            <a:br/>
            <a:r>
              <a:t>    for question in QUESTIONS:</a:t>
            </a:r>
            <a:br/>
            <a:r>
              <a:t>        print(f"Q: {question}")</a:t>
            </a:r>
            <a:br/>
            <a:r>
              <a:t>        print(f"A: {ask(document_text, question)}\n")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8. Multilingual translation using Gemini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One English sentence → several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Source text is fixed in SOURCE_TEXT.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Targets: French, Hindi, Japanese and Spanish.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prompt requests translation only.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Easy demo: change the target-language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1050">
                <a:solidFill>
                  <a:srgbClr val="1E232A"/>
                </a:solidFill>
                <a:latin typeface="Consolas"/>
              </a:defRPr>
            </a:pPr>
            <a:r>
              <a:t>import os</a:t>
            </a:r>
            <a:br/>
            <a:r>
              <a:t>from dotenv import load_dotenv</a:t>
            </a:r>
            <a:br/>
            <a:r>
              <a:t>import google.generativeai as genai</a:t>
            </a:r>
            <a:br/>
            <a:br/>
            <a:r>
              <a:t>load_dotenv()</a:t>
            </a:r>
            <a:br/>
            <a:br/>
            <a:r>
              <a:t>MODEL = "gemini-2.5-flash"</a:t>
            </a:r>
            <a:br/>
            <a:br/>
            <a:r>
              <a:t>SOURCE_TEXT = "The weather is beautiful today, and I am learning about generative AI."</a:t>
            </a:r>
            <a:br/>
            <a:r>
              <a:t>TARGET_LANGUAGES = ["French", "Hindi", "Japanese", "Spanish"]</a:t>
            </a:r>
            <a:br/>
            <a:br/>
            <a:br/>
            <a:r>
              <a:t>def translate(model, text: str, target_language: str) -&gt; str:</a:t>
            </a:r>
            <a:br/>
            <a:r>
              <a:t>    prompt = (</a:t>
            </a:r>
            <a:br/>
            <a:r>
              <a:t>        f"Translate the following English text into {target_language}. "</a:t>
            </a:r>
            <a:br/>
            <a:r>
              <a:t>        f"Return only the translation, with no extra commentary.\n\n"</a:t>
            </a:r>
            <a:br/>
            <a:r>
              <a:t>        f"Text: {text}"</a:t>
            </a:r>
            <a:br/>
            <a:r>
              <a:t>    )</a:t>
            </a:r>
            <a:br/>
            <a:r>
              <a:t>    response = model.generate_content(prompt)</a:t>
            </a:r>
            <a:br/>
            <a:r>
              <a:t>    return response.text.strip()</a:t>
            </a:r>
            <a:br/>
            <a:br/>
            <a:br/>
            <a:r>
              <a:t>def main():</a:t>
            </a:r>
            <a:br/>
            <a:r>
              <a:t>    genai.configure(api_key=os.getenv("GOOGLE_API_KEY"))</a:t>
            </a:r>
            <a:br/>
            <a:r>
              <a:t>    model = genai.GenerativeModel(MODEL)</a:t>
            </a:r>
            <a:br/>
            <a:br/>
            <a:r>
              <a:t>    print(f"Model: {MODEL}")</a:t>
            </a:r>
            <a:br/>
            <a:r>
              <a:t>    print(f"Source (English): {SOURCE_TEXT}\n")</a:t>
            </a:r>
            <a:br/>
            <a:br/>
            <a:r>
              <a:t>    for language in TARGET_LANGUAGES:</a:t>
            </a:r>
            <a:br/>
            <a:r>
              <a:t>        translation = translate(model, SOURCE_TEXT, language)</a:t>
            </a:r>
            <a:br/>
            <a:r>
              <a:t>        print(f"{language}: {translation}")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9. Code generation using Anthropic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Natural-language specification → Python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Claude receives a precise coding task.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It is instructed to return only code.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Generated code is saved to assets/generated_code.py.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Demo the difference between generating and executing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919">
                <a:solidFill>
                  <a:srgbClr val="1E232A"/>
                </a:solidFill>
                <a:latin typeface="Consolas"/>
              </a:defRPr>
            </a:pPr>
            <a:r>
              <a:t>import os</a:t>
            </a:r>
            <a:br/>
            <a:r>
              <a:t>from pathlib import Path</a:t>
            </a:r>
            <a:br/>
            <a:br/>
            <a:r>
              <a:t>from dotenv import load_dotenv</a:t>
            </a:r>
            <a:br/>
            <a:r>
              <a:t>import anthropic</a:t>
            </a:r>
            <a:br/>
            <a:br/>
            <a:r>
              <a:t>load_dotenv()</a:t>
            </a:r>
            <a:br/>
            <a:br/>
            <a:r>
              <a:t>MODEL = "claude-opus-5"</a:t>
            </a:r>
            <a:br/>
            <a:r>
              <a:t>OUTPUT_PATH = Path(__file__).parent / "assets" / "generated_code.py"</a:t>
            </a:r>
            <a:br/>
            <a:br/>
            <a:r>
              <a:t>TASK_SPEC = (</a:t>
            </a:r>
            <a:br/>
            <a:r>
              <a:t>    "Write a Python function `is_palindrome(text: str) -&gt; bool` that returns "</a:t>
            </a:r>
            <a:br/>
            <a:r>
              <a:t>    "True if the input string is a palindrome, ignoring case, spaces, and "</a:t>
            </a:r>
            <a:br/>
            <a:r>
              <a:t>    "punctuation. Include a short docstring and 3 example calls in a "</a:t>
            </a:r>
            <a:br/>
            <a:r>
              <a:t>    "`if __name__ == '__main__':` block. Return ONLY the code, no explanation, "</a:t>
            </a:r>
            <a:br/>
            <a:r>
              <a:t>    "no markdown code fences."</a:t>
            </a:r>
            <a:br/>
            <a:r>
              <a:t>)</a:t>
            </a:r>
            <a:br/>
            <a:br/>
            <a:br/>
            <a:r>
              <a:t>def main():</a:t>
            </a:r>
            <a:br/>
            <a:r>
              <a:t>    client = anthropic.Anthropic(api_key=os.getenv("ANTHROPIC_API_KEY"))</a:t>
            </a:r>
            <a:br/>
            <a:br/>
            <a:r>
              <a:t>    response = client.messages.create(</a:t>
            </a:r>
            <a:br/>
            <a:r>
              <a:t>        model=MODEL,</a:t>
            </a:r>
            <a:br/>
            <a:r>
              <a:t>        max_tokens=1024,</a:t>
            </a:r>
            <a:br/>
            <a:r>
              <a:t>        system="You are an expert Python developer who writes clean, well-documented code.",</a:t>
            </a:r>
            <a:br/>
            <a:r>
              <a:t>        messages=[{"role": "user", "content": TASK_SPEC}],</a:t>
            </a:r>
            <a:br/>
            <a:r>
              <a:t>    )</a:t>
            </a:r>
            <a:br/>
            <a:br/>
            <a:r>
              <a:t>    generated_code = "".join(block.text for block in response.content if block.type == "text")</a:t>
            </a:r>
            <a:br/>
            <a:br/>
            <a:r>
              <a:t>    OUTPUT_PATH.parent.mkdir(parents=True, exist_ok=True)</a:t>
            </a:r>
            <a:br/>
            <a:r>
              <a:t>    OUTPUT_PATH.write_text(generated_code)</a:t>
            </a:r>
            <a:br/>
            <a:br/>
            <a:r>
              <a:t>    print(f"Model: {MODEL}")</a:t>
            </a:r>
            <a:br/>
            <a:r>
              <a:t>    print("Generated code:\n")</a:t>
            </a:r>
            <a:br/>
            <a:r>
              <a:t>    print(generated_code)</a:t>
            </a:r>
            <a:br/>
            <a:r>
              <a:t>    print(f"\nSaved to: {OUTPUT_PATH}")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10. Temperature, top_p, top_k and max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Same prompt + different sampling settings → different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Four configurations are tested.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Low temperature + top_k=1 demonstrates narrow sampling.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Higher temperature/top_k gives more variation.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A small max_output_tokens value can truncate output.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Compare the four results side by 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880">
                <a:solidFill>
                  <a:srgbClr val="1E232A"/>
                </a:solidFill>
                <a:latin typeface="Consolas"/>
              </a:defRPr>
            </a:pPr>
            <a:r>
              <a:t>import os</a:t>
            </a:r>
            <a:br/>
            <a:r>
              <a:t>from dotenv import load_dotenv</a:t>
            </a:r>
            <a:br/>
            <a:r>
              <a:t>import google.generativeai as genai</a:t>
            </a:r>
            <a:br/>
            <a:br/>
            <a:r>
              <a:t>load_dotenv()</a:t>
            </a:r>
            <a:br/>
            <a:br/>
            <a:r>
              <a:t>MODEL = "gemini-2.5-flash"</a:t>
            </a:r>
            <a:br/>
            <a:r>
              <a:t>PROMPT = "Write one creative opening sentence for a story about a lighthouse keeper."</a:t>
            </a:r>
            <a:br/>
            <a:br/>
            <a:r>
              <a:t>CONFIGS = [</a:t>
            </a:r>
            <a:br/>
            <a:r>
              <a:t>    {"label": "Low temperature (deterministic)", "temperature": 0.0, "top_p": 1.0, "top_k": 1, "max_output_tokens": 60},</a:t>
            </a:r>
            <a:br/>
            <a:r>
              <a:t>    {"label": "High temperature (creative)", "temperature": 1.2, "top_p": 0.95, "top_k": 40, "max_output_tokens": 60},</a:t>
            </a:r>
            <a:br/>
            <a:r>
              <a:t>    {"label": "Narrow top_k (few token choices)", "temperature": 0.9, "top_p": 1.0, "top_k": 3, "max_output_tokens": 60},</a:t>
            </a:r>
            <a:br/>
            <a:r>
              <a:t>    {"label": "Tight max_output_tokens (truncated)", "temperature": 0.9, "top_p": 0.95, "top_k": 40, "max_output_tokens": 12},</a:t>
            </a:r>
            <a:br/>
            <a:r>
              <a:t>]</a:t>
            </a:r>
            <a:br/>
            <a:br/>
            <a:br/>
            <a:r>
              <a:t>def main():</a:t>
            </a:r>
            <a:br/>
            <a:r>
              <a:t>    genai.configure(api_key=os.getenv("GOOGLE_API_KEY"))</a:t>
            </a:r>
            <a:br/>
            <a:r>
              <a:t>    model = genai.GenerativeModel(MODEL)</a:t>
            </a:r>
            <a:br/>
            <a:br/>
            <a:r>
              <a:t>    print(f"Model: {MODEL}")</a:t>
            </a:r>
            <a:br/>
            <a:r>
              <a:t>    print(f"Prompt: {PROMPT}\n")</a:t>
            </a:r>
            <a:br/>
            <a:br/>
            <a:r>
              <a:t>    for config in CONFIGS:</a:t>
            </a:r>
            <a:br/>
            <a:r>
              <a:t>        label = config.pop("label")</a:t>
            </a:r>
            <a:br/>
            <a:r>
              <a:t>        response = model.generate_content(</a:t>
            </a:r>
            <a:br/>
            <a:r>
              <a:t>            PROMPT,</a:t>
            </a:r>
            <a:br/>
            <a:r>
              <a:t>            generation_config=genai.GenerationConfig(**config),</a:t>
            </a:r>
            <a:br/>
            <a:r>
              <a:t>        )</a:t>
            </a:r>
            <a:br/>
            <a:r>
              <a:t>        print(f"--- {label} ---")</a:t>
            </a:r>
            <a:br/>
            <a:r>
              <a:t>        print(f"params: {config}")</a:t>
            </a:r>
            <a:br/>
            <a:r>
              <a:t>        print(f"output: {response.text.strip()}\n")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5EC160-516E-27B7-5AE9-5EE17E0AC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53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11. Tool calling using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User request → model requests a tool → Python executes it → model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model is given a get_current_weather tool.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tool is a local Python function with fake data.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model decides whether to call it.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Your application executes the function.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result is sent back for the final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869">
                <a:solidFill>
                  <a:srgbClr val="1E232A"/>
                </a:solidFill>
                <a:latin typeface="Consolas"/>
              </a:defRPr>
            </a:pPr>
            <a:r>
              <a:t>import json</a:t>
            </a:r>
            <a:br/>
            <a:r>
              <a:t>import os</a:t>
            </a:r>
            <a:br/>
            <a:br/>
            <a:r>
              <a:t>from dotenv import load_dotenv</a:t>
            </a:r>
            <a:br/>
            <a:r>
              <a:t>from openai import OpenAI</a:t>
            </a:r>
            <a:br/>
            <a:br/>
            <a:r>
              <a:t>load_dotenv()</a:t>
            </a:r>
            <a:br/>
            <a:br/>
            <a:r>
              <a:t>MODEL = "gpt-4o-mini"</a:t>
            </a:r>
            <a:br/>
            <a:br/>
            <a:r>
              <a:t>TOOLS = [</a:t>
            </a:r>
            <a:br/>
            <a:r>
              <a:t>    {</a:t>
            </a:r>
            <a:br/>
            <a:r>
              <a:t>        "type": "function",</a:t>
            </a:r>
            <a:br/>
            <a:r>
              <a:t>        "function": {</a:t>
            </a:r>
            <a:br/>
            <a:r>
              <a:t>            "name": "get_current_weather",</a:t>
            </a:r>
            <a:br/>
            <a:r>
              <a:t>            "description": "Get the current weather for a given city.",</a:t>
            </a:r>
            <a:br/>
            <a:r>
              <a:t>            "parameters": {</a:t>
            </a:r>
            <a:br/>
            <a:r>
              <a:t>                "type": "object",</a:t>
            </a:r>
            <a:br/>
            <a:r>
              <a:t>                "properties": {</a:t>
            </a:r>
            <a:br/>
            <a:r>
              <a:t>                    "city": {"type": "string", "description": "City name, e.g. 'Bengaluru'"},</a:t>
            </a:r>
            <a:br/>
            <a:r>
              <a:t>                    "unit": {"type": "string", "enum": ["celsius", "fahrenheit"]},</a:t>
            </a:r>
            <a:br/>
            <a:r>
              <a:t>                },</a:t>
            </a:r>
            <a:br/>
            <a:r>
              <a:t>                "required": ["city"],</a:t>
            </a:r>
            <a:br/>
            <a:r>
              <a:t>            },</a:t>
            </a:r>
            <a:br/>
            <a:r>
              <a:t>        },</a:t>
            </a:r>
            <a:br/>
            <a:r>
              <a:t>    }</a:t>
            </a:r>
            <a:br/>
            <a:r>
              <a:t>]</a:t>
            </a:r>
            <a:br/>
            <a:br/>
            <a:br/>
            <a:r>
              <a:t>def get_current_weather(city: str, unit: str = "celsius") -&gt; str:</a:t>
            </a:r>
            <a:br/>
            <a:r>
              <a:t>    """Fake weather lookup - stands in for a real weather API call."""</a:t>
            </a:r>
            <a:br/>
            <a:r>
              <a:t>    fake_data = {"city": city, "temperature": 27, "unit": unit, "condition": "Partly cloudy"}</a:t>
            </a:r>
            <a:br/>
            <a:r>
              <a:t>    return json.dumps(fake_data)</a:t>
            </a:r>
            <a:br/>
            <a:br/>
            <a:br/>
            <a:r>
              <a:t>def main():</a:t>
            </a:r>
            <a:br/>
            <a:r>
              <a:t>    client = OpenAI(api_key=os.getenv("OPENAI_API_KEY"))</a:t>
            </a:r>
            <a:br/>
            <a:br/>
            <a:r>
              <a:t>    messages = [{"role": "user", "content": "What's the weather like in Bengaluru right now?"}]</a:t>
            </a:r>
            <a:br/>
            <a:br/>
            <a:r>
              <a:t>    response = client.chat.completions.create(</a:t>
            </a:r>
            <a:br/>
            <a:r>
              <a:t>        model=MODEL,</a:t>
            </a:r>
            <a:br/>
            <a:r>
              <a:t>        messages=messages,</a:t>
            </a:r>
            <a:br/>
            <a:r>
              <a:t>        tools=TOOLS,</a:t>
            </a:r>
            <a:br/>
            <a:r>
              <a:t>    )</a:t>
            </a:r>
            <a:br/>
            <a:br/>
            <a:r>
              <a:t>    message = response.choices[0].message</a:t>
            </a:r>
            <a:br/>
            <a:r>
              <a:t>    tool_calls = message.tool_calls</a:t>
            </a:r>
            <a:br/>
            <a:br/>
            <a:r>
              <a:t>    if not tool_calls:</a:t>
            </a:r>
            <a:br/>
            <a:r>
              <a:t>        print("Model answered directly (no tool call):")</a:t>
            </a:r>
            <a:br/>
            <a:r>
              <a:t>        print(message.content)</a:t>
            </a:r>
            <a:br/>
            <a:r>
              <a:t>        return</a:t>
            </a:r>
            <a:br/>
            <a:br/>
            <a:r>
              <a:t>    messages.append(message)</a:t>
            </a:r>
            <a:br/>
            <a:br/>
            <a:r>
              <a:t>    for tool_call in tool_calls:</a:t>
            </a:r>
            <a:br/>
            <a:r>
              <a:t>        args = json.loads(tool_call.function.arguments)</a:t>
            </a:r>
            <a:br/>
            <a:r>
              <a:t>        print(f"Model called tool: {tool_call.function.name}({args})")</a:t>
            </a:r>
            <a:br/>
            <a:br/>
            <a:r>
              <a:t>        result = get_current_weather(**args)</a:t>
            </a:r>
            <a:br/>
            <a:br/>
            <a:r>
              <a:t>        messages.append(</a:t>
            </a:r>
            <a:br/>
            <a:r>
              <a:t>            {</a:t>
            </a:r>
            <a:br/>
            <a:r>
              <a:t>                "role": "tool",</a:t>
            </a:r>
            <a:br/>
            <a:r>
              <a:t>                "tool_call_id": tool_call.id,</a:t>
            </a:r>
            <a:br/>
            <a:r>
              <a:t>                "content": result,</a:t>
            </a:r>
            <a:br/>
            <a:r>
              <a:t>            }</a:t>
            </a:r>
            <a:br/>
            <a:r>
              <a:t>        )</a:t>
            </a:r>
            <a:br/>
            <a:br/>
            <a:r>
              <a:t>    final_response = client.chat.completions.create(model=MODEL, messages=messages)</a:t>
            </a:r>
            <a:br/>
            <a:br/>
            <a:r>
              <a:t>    print(f"\nModel: {MODEL}")</a:t>
            </a:r>
            <a:br/>
            <a:r>
              <a:t>    print("Final response:")</a:t>
            </a:r>
            <a:br/>
            <a:r>
              <a:t>    print(final_response.choices[0].message.content)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12. Cost + latency using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Measure one API call instead of guessing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Measures wall-clock latency with time.perf_counter().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Reads prompt/completion token counts from API usage.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Calculates approximate cost from per-1M-token rates.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Also estimates output tokens/sec.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supplied script explicitly says to verify pricing before real budgeting.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25880"/>
            <a:ext cx="598932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869">
                <a:solidFill>
                  <a:srgbClr val="1E232A"/>
                </a:solidFill>
                <a:latin typeface="Consolas"/>
              </a:defRPr>
            </a:pPr>
            <a:r>
              <a:t>import os</a:t>
            </a:r>
            <a:br/>
            <a:r>
              <a:t>import time</a:t>
            </a:r>
            <a:br/>
            <a:br/>
            <a:r>
              <a:t>from dotenv import load_dotenv</a:t>
            </a:r>
            <a:br/>
            <a:r>
              <a:t>from openai import OpenAI</a:t>
            </a:r>
            <a:br/>
            <a:br/>
            <a:r>
              <a:t>load_dotenv()</a:t>
            </a:r>
            <a:br/>
            <a:br/>
            <a:r>
              <a:t>MODEL = "gpt-4o-mini"</a:t>
            </a:r>
            <a:br/>
            <a:br/>
            <a:r>
              <a:t># Approximate published rates for gpt-4o-mini (USD per 1M tokens). Verify</a:t>
            </a:r>
            <a:br/>
            <a:r>
              <a:t># against OpenAI's pricing page before using these numbers for real cost</a:t>
            </a:r>
            <a:br/>
            <a:r>
              <a:t># projections.</a:t>
            </a:r>
            <a:br/>
            <a:r>
              <a:t>PRICE_PER_1M_INPUT_TOKENS = 0.15</a:t>
            </a:r>
            <a:br/>
            <a:r>
              <a:t>PRICE_PER_1M_OUTPUT_TOKENS = 0.60</a:t>
            </a:r>
            <a:br/>
            <a:br/>
            <a:r>
              <a:t>PROMPT = "Explain the difference between supervised and unsupervised learning in 4 sentences."</a:t>
            </a:r>
            <a:br/>
            <a:br/>
            <a:br/>
            <a:r>
              <a:t>def estimate_cost(input_tokens: int, output_tokens: int) -&gt; float:</a:t>
            </a:r>
            <a:br/>
            <a:r>
              <a:t>    input_cost = (input_tokens / 1_000_000) * PRICE_PER_1M_INPUT_TOKENS</a:t>
            </a:r>
            <a:br/>
            <a:r>
              <a:t>    output_cost = (output_tokens / 1_000_000) * PRICE_PER_1M_OUTPUT_TOKENS</a:t>
            </a:r>
            <a:br/>
            <a:r>
              <a:t>    return input_cost + output_cost</a:t>
            </a:r>
            <a:br/>
            <a:br/>
            <a:br/>
            <a:r>
              <a:t>def main():</a:t>
            </a:r>
            <a:br/>
            <a:r>
              <a:t>    client = OpenAI(api_key=os.getenv("OPENAI_API_KEY"))</a:t>
            </a:r>
            <a:br/>
            <a:br/>
            <a:r>
              <a:t>    start = time.perf_counter()</a:t>
            </a:r>
            <a:br/>
            <a:r>
              <a:t>    response = client.chat.completions.create(</a:t>
            </a:r>
            <a:br/>
            <a:r>
              <a:t>        model=MODEL,</a:t>
            </a:r>
            <a:br/>
            <a:r>
              <a:t>        messages=[{"role": "user", "content": PROMPT}],</a:t>
            </a:r>
            <a:br/>
            <a:r>
              <a:t>        max_tokens=300,</a:t>
            </a:r>
            <a:br/>
            <a:r>
              <a:t>    )</a:t>
            </a:r>
            <a:br/>
            <a:r>
              <a:t>    elapsed = time.perf_counter() - start</a:t>
            </a:r>
            <a:br/>
            <a:br/>
            <a:r>
              <a:t>    usage = response.usage</a:t>
            </a:r>
            <a:br/>
            <a:r>
              <a:t>    cost = estimate_cost(usage.prompt_tokens, usage.completion_tokens)</a:t>
            </a:r>
            <a:br/>
            <a:br/>
            <a:r>
              <a:t>    print(f"Model: {MODEL}")</a:t>
            </a:r>
            <a:br/>
            <a:r>
              <a:t>    print(f"Prompt: {PROMPT}\n")</a:t>
            </a:r>
            <a:br/>
            <a:r>
              <a:t>    print(f"Response:\n{response.choices[0].message.content}\n")</a:t>
            </a:r>
            <a:br/>
            <a:r>
              <a:t>    print("--- Metrics (approximate) ---")</a:t>
            </a:r>
            <a:br/>
            <a:r>
              <a:t>    print(f"Latency:          {elapsed:.2f} s")</a:t>
            </a:r>
            <a:br/>
            <a:r>
              <a:t>    print(f"Input tokens:     {usage.prompt_tokens}")</a:t>
            </a:r>
            <a:br/>
            <a:r>
              <a:t>    print(f"Output tokens:    {usage.completion_tokens}")</a:t>
            </a:r>
            <a:br/>
            <a:r>
              <a:t>    print(f"Total tokens:     {usage.total_tokens}")</a:t>
            </a:r>
            <a:br/>
            <a:r>
              <a:t>    print(f"Estimated cost:   ${cost:.6f}")</a:t>
            </a:r>
            <a:br/>
            <a:r>
              <a:t>    print(</a:t>
            </a:r>
            <a:br/>
            <a:r>
              <a:t>        f"Throughput:       {usage.completion_tokens / elapsed:.1f} output tokens/sec (approx, "</a:t>
            </a:r>
            <a:br/>
            <a:r>
              <a:t>        f"includes network latency)"</a:t>
            </a:r>
            <a:br/>
            <a:r>
              <a:t>    )</a:t>
            </a:r>
            <a:br/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470"/>
                </a:solidFill>
              </a:defRPr>
            </a:pPr>
            <a:r>
              <a:t>Based on the supplied Claude Code examples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The document used for the Q&amp;A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assets/sample_document.txt — inspect it before running Demo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98480" cy="489204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1400">
                <a:solidFill>
                  <a:srgbClr val="1E232A"/>
                </a:solidFill>
                <a:latin typeface="Consolas"/>
              </a:defRPr>
            </a:pPr>
            <a:r>
              <a:t>Project Nimbus – Internal Project Brief</a:t>
            </a:r>
            <a:br/>
            <a:br/>
            <a:r>
              <a:t>Project Nimbus is a fictional internal software modernization project.</a:t>
            </a:r>
            <a:br/>
            <a:r>
              <a:t>Project lead: Priya Sharma</a:t>
            </a:r>
            <a:br/>
            <a:r>
              <a:t>Approved budget: $250,000</a:t>
            </a:r>
            <a:br/>
            <a:br/>
            <a:r>
              <a:t>Timeline:</a:t>
            </a:r>
            <a:br/>
            <a:r>
              <a:t>Phase 1 covers requirements gathering and architecture.</a:t>
            </a:r>
            <a:br/>
            <a:r>
              <a:t>Phase 2 covers development and integration.</a:t>
            </a:r>
            <a:br/>
            <a:r>
              <a:t>Phase 3 covers testing, deployment and handover.</a:t>
            </a:r>
            <a:br/>
            <a:br/>
            <a:r>
              <a:t>The project aims to modernize the company's internal reporting system</a:t>
            </a:r>
            <a:br/>
            <a:r>
              <a:t>and reduce manual reporting work.</a:t>
            </a:r>
            <a:br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Demo 11: what tool calling actually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This is the bridge from LLMs to agentic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0759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User: What's the weather in Bengaluru?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17627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LLM: Requests get_current_weather(city=...)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39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044951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Application: Runs the Python 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9136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Tool: Returns weather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914400" cy="50292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78231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t>LLM: Turns tool result into a natural-language answer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Demo 12: understanding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Use the numbers returned by the API, then apply the supplied 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5120640" cy="3566160"/>
          </a:xfrm>
          <a:prstGeom prst="roundRect">
            <a:avLst/>
          </a:prstGeom>
          <a:solidFill>
            <a:srgbClr val="EEF2F7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/>
          <a:lstStyle/>
          <a:p>
            <a:pPr algn="ctr">
              <a:defRPr sz="1700">
                <a:solidFill>
                  <a:srgbClr val="1E232A"/>
                </a:solidFill>
                <a:latin typeface="Consolas"/>
              </a:defRPr>
            </a:pPr>
            <a:r>
              <a:t>input_cost  = (input_tokens / 1,000,000) × $0.15</a:t>
            </a:r>
            <a:br/>
            <a:r>
              <a:t>output_cost = (output_tokens / 1,000,000) × $0.60</a:t>
            </a:r>
            <a:br/>
            <a:br/>
            <a:r>
              <a:t>total_cost = input_cost + output_cost</a:t>
            </a:r>
            <a:br/>
            <a:br/>
            <a:r>
              <a:t>Example:</a:t>
            </a:r>
            <a:br/>
            <a:r>
              <a:t>1,000 input tokens</a:t>
            </a:r>
            <a:br/>
            <a:r>
              <a:t>+ 500 output tokens</a:t>
            </a:r>
            <a:br/>
            <a:br/>
            <a:r>
              <a:t>≈ $0.00045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5544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The code's rates are explicitly marked as approximate.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Pricing can change — verify before using for budgeting.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Latency is measured for the actual request.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t>Latency includes network and service effects; it is not a fixed model property.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32A"/>
                </a:solidFill>
              </a:defRPr>
            </a:pPr>
            <a:r>
              <a:t>From LLM to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470"/>
                </a:solidFill>
              </a:defRPr>
            </a:pPr>
            <a:r>
              <a:t>The 12 demos form a natural progression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03704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4600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Multimodal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23944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4183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55079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Parameters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64423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75319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84663" y="2267712"/>
            <a:ext cx="594360" cy="320040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95559" y="2057400"/>
            <a:ext cx="1554480" cy="777240"/>
          </a:xfrm>
          <a:prstGeom prst="roundRect">
            <a:avLst/>
          </a:prstGeom>
          <a:solidFill>
            <a:srgbClr val="305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5760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LLM: generate text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Multimodal: understand images + text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Data: answer from supplied documents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Parameters: control generation behavior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Tools: interact with external functions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</a:defRPr>
            </a:pPr>
            <a:r>
              <a:t>Agent: reason about what to do and use tools in a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5124</Words>
  <Application>Microsoft Office PowerPoint</Application>
  <PresentationFormat>Widescreen</PresentationFormat>
  <Paragraphs>165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Atul Kahate</cp:lastModifiedBy>
  <cp:revision>3</cp:revision>
  <dcterms:created xsi:type="dcterms:W3CDTF">2013-01-27T09:14:16Z</dcterms:created>
  <dcterms:modified xsi:type="dcterms:W3CDTF">2026-09-13T08:47:53Z</dcterms:modified>
  <cp:category/>
</cp:coreProperties>
</file>